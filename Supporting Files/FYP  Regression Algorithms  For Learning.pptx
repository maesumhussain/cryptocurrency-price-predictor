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d32686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d32686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dd32686ce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dd32686c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dd32686ce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dd32686ce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dd32686ce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dd32686ce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dd32686ce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dd32686ce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e19e0204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e19e0204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e19e0204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e19e0204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dd32686ce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dd32686ce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4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771900" y="0"/>
            <a:ext cx="53721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98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98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80">
                <a:latin typeface="Times New Roman"/>
                <a:ea typeface="Times New Roman"/>
                <a:cs typeface="Times New Roman"/>
                <a:sym typeface="Times New Roman"/>
              </a:rPr>
              <a:t>FYP</a:t>
            </a:r>
            <a:endParaRPr sz="39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80">
                <a:latin typeface="Times New Roman"/>
                <a:ea typeface="Times New Roman"/>
                <a:cs typeface="Times New Roman"/>
                <a:sym typeface="Times New Roman"/>
              </a:rPr>
              <a:t> Regression Algorithms </a:t>
            </a:r>
            <a:endParaRPr sz="39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80">
                <a:latin typeface="Times New Roman"/>
                <a:ea typeface="Times New Roman"/>
                <a:cs typeface="Times New Roman"/>
                <a:sym typeface="Times New Roman"/>
              </a:rPr>
              <a:t>For Learning </a:t>
            </a:r>
            <a:endParaRPr sz="39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347300" y="3513200"/>
            <a:ext cx="4221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By: Syed Maesum Hussain Zaidi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444500"/>
            <a:ext cx="5062200" cy="9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50">
                <a:latin typeface="Times New Roman"/>
                <a:ea typeface="Times New Roman"/>
                <a:cs typeface="Times New Roman"/>
                <a:sym typeface="Times New Roman"/>
              </a:rPr>
              <a:t>Introduction &amp; Context</a:t>
            </a:r>
            <a:endParaRPr sz="3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160500" y="1229950"/>
            <a:ext cx="4741200" cy="16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Times New Roman"/>
                <a:ea typeface="Times New Roman"/>
                <a:cs typeface="Times New Roman"/>
                <a:sym typeface="Times New Roman"/>
              </a:rPr>
              <a:t>Regression Algorithms for Learning &amp; Its Application on </a:t>
            </a:r>
            <a:r>
              <a:rPr lang="en" sz="2700">
                <a:latin typeface="Times New Roman"/>
                <a:ea typeface="Times New Roman"/>
                <a:cs typeface="Times New Roman"/>
                <a:sym typeface="Times New Roman"/>
              </a:rPr>
              <a:t>Cryptocurrency</a:t>
            </a:r>
            <a:r>
              <a:rPr lang="en" sz="2700">
                <a:latin typeface="Times New Roman"/>
                <a:ea typeface="Times New Roman"/>
                <a:cs typeface="Times New Roman"/>
                <a:sym typeface="Times New Roman"/>
              </a:rPr>
              <a:t> Market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160500" y="2910550"/>
            <a:ext cx="40800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Concepts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Report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Steps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6660400" y="0"/>
            <a:ext cx="2483700" cy="23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endParaRPr b="1" sz="3000">
              <a:solidFill>
                <a:srgbClr val="FFFFF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 think </a:t>
            </a:r>
            <a:endParaRPr b="1" sz="3000">
              <a:solidFill>
                <a:srgbClr val="FFFFF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about </a:t>
            </a:r>
            <a:endParaRPr b="1" sz="3000">
              <a:solidFill>
                <a:srgbClr val="FFFFF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during the presentation?</a:t>
            </a:r>
            <a:endParaRPr b="1" sz="3000">
              <a:solidFill>
                <a:srgbClr val="FFFFF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0" y="0"/>
            <a:ext cx="91440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Times New Roman"/>
                <a:ea typeface="Times New Roman"/>
                <a:cs typeface="Times New Roman"/>
                <a:sym typeface="Times New Roman"/>
              </a:rPr>
              <a:t>Main Concepts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0" y="1152600"/>
            <a:ext cx="91440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7623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 Algorithms Implementation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623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World Dataset Preprocessing (Bitcoin-US Dollar)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623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Price Prediction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623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 Algorithms 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Comparison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623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Learning Algorithm Implementation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623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Comparison between Different Implementations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" name="Google Shape;74;p16" title="download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5100" y="2571738"/>
            <a:ext cx="26289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0" y="0"/>
            <a:ext cx="91440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Times New Roman"/>
                <a:ea typeface="Times New Roman"/>
                <a:cs typeface="Times New Roman"/>
                <a:sym typeface="Times New Roman"/>
              </a:rPr>
              <a:t>Progress Report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0" y="1152475"/>
            <a:ext cx="91440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1:  Mathematical Foundations of Regression Algorithms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2: Short Literature Review on works done on related topics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Proof of Concept program on a Synthetic Dataset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3: Connecting the 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previous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reports with the Proof of Concept Program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applying Ridge and OLS Regression on BTC-USD dataset to give price prediction for the next day.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Screenshot 2025-12-07 1240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"/>
            <a:ext cx="4572000" cy="522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 title="Screenshot 2025-12-07 1240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0"/>
            <a:ext cx="4572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0" y="0"/>
            <a:ext cx="91440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Next Steps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0" y="1152600"/>
            <a:ext cx="91440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Lasso Regression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Nearest Neighbour Algorithm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Neural Networks Algorithm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 Graphical User Interface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Analytical reports based on the Performance comparison from different Learning Algorithms.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19" title="AdobeStock_38714631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3275" y="0"/>
            <a:ext cx="2980724" cy="311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0" y="0"/>
            <a:ext cx="91440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0" y="1152600"/>
            <a:ext cx="91440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Different Learning Algorithms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BTC-USD Price Prediction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Progress: Ridge and OLS Regression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Steps: Lasso Regression, Nearest Neighbour &amp; Neural Networks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Compare the performances of Different Learning </a:t>
            </a: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</a:t>
            </a: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20" title="QC-1269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0225" y="0"/>
            <a:ext cx="266377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0" y="100"/>
            <a:ext cx="91440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0">
                <a:latin typeface="Times New Roman"/>
                <a:ea typeface="Times New Roman"/>
                <a:cs typeface="Times New Roman"/>
                <a:sym typeface="Times New Roman"/>
              </a:rPr>
              <a:t>Thank You </a:t>
            </a:r>
            <a:endParaRPr sz="1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